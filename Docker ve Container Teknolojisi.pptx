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93D3A9-1C6A-491A-B9A0-4EFEC679E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9715F2B-29D6-45E7-836B-C3D5FC9A6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2659706-4F2C-4047-9330-8F78AE36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D8D00F3-80E0-4B9D-ADD4-C9F4CA305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DE60285-740E-43B1-B1D4-67E7288E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1883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8CEF45-E551-4044-B4C1-0D29B63B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B57D5DA-0B7F-4585-977E-1CB1237D1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03C8D84-15F9-4AD7-A4E7-30A535947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B186C6F-D8E6-475C-80C3-0838529F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65B5D29-FBDC-47D4-AAB7-77AEA69D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0784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73602C-2684-4FC3-BF76-06E68BBA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A5CED70-675E-46FC-8E21-F4C9477C8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336E801-FA7B-4690-A1A2-5C8E67FF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BB39BF9-17BC-408E-975A-0298D752C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A6C33BA-610B-4C38-ADFF-68D84668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5862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D21161-3C38-47C8-844E-3E27F9554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1CC51D-A533-44D9-B5B1-F843BD40E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4BA5677-9485-4D18-AEFB-A4CAB8E67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56A018-EF37-4DC6-936C-A5DF148E2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0192205-2493-4B37-9A26-97AB77272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89FAA7F-3371-40A8-B55C-A3DBFFB4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9286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26CF60-39E1-425A-BF1D-B0E0BE168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76921DC-066E-463C-ACAF-52674E63B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C70924B-C01E-4C37-9D20-09F0CB9D8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94544C9-5DB5-48B6-93CB-EE8A024A5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205F7CC-3CBB-4C4A-9483-FBE65F35E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A8FCC94-AA9A-4166-A359-0F0CD93E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06676D9-DBBA-4757-AF45-E45B3AC34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5FDA42E-685B-4D9C-88F3-B4E8E0B4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2435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15EBF24-825F-413A-8C3D-76D63C72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492BC8A-1D10-4629-BAAE-1651C0BB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586A758-0054-4AAD-8486-030400BB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9BCDCDF-CCF8-4A13-B126-3BB87BC3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70521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F1D372FD-F425-4EB0-B595-451BB5B03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60BECB48-852A-41A7-AEE3-7E78F861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3C83E40-1232-4574-B1C6-85A30760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20424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6F565B-3A98-460F-ACD3-4CA6BB35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DDCFD4-31E8-4A4A-A6D5-DDC66C13F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AF66685-EFAC-4906-B3E0-410A2531B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9233D93-F04A-4ECF-BCCE-9A54BC31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71BE990-84C8-4E7C-A8D8-0219CF61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88600AD-6BA3-4DE0-BB9B-9496EBA4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078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DC93F9-B113-4EC6-A977-2E308885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ECA4578-E770-4D5A-9AB7-7D3351AEE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 dirty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2CFB586-945F-4692-A201-4A613264C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EA40F34-13CF-4BA2-8518-3CCE587A7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1E106F4-7CC9-46A9-A8F0-3536D374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91E1CD2-01AF-445E-BCCA-A10FB1C6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450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A92E53-DF8F-4908-86A3-9E8E9915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7F2AAE8-6B07-4FD1-85D1-049EAB0AF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0D7E29E-4D39-4D6A-A888-E314378E6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84230F-A510-40BE-9C41-B1DE2119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3D0D6BA-5BA9-4E90-A336-878CAA48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1779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2144555-B216-4C06-93E6-FC32A1A0B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D68CFC4-318B-4343-A963-66D6ED6D9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3621D14-4F67-42EA-8F68-B725F46E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C2E7903-3EF8-41BF-A162-1268F81D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EF288BA-424C-448D-ACBC-FA101D71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0735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6A0C1F2-56C7-488F-942A-72A4BFCE3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61AFC65-36AB-48CF-A629-7770E451F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F2D89A4-103C-4DD9-B36F-968BBEB8B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57F09-B8B1-4746-8606-74AEFF65DA4A}" type="datetimeFigureOut">
              <a:rPr lang="tr-TR" smtClean="0"/>
              <a:t>8.12.2024</a:t>
            </a:fld>
            <a:endParaRPr lang="tr-TR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C338F6C-9D90-4DC9-9910-E064CAB8B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F7ABCC2-0B47-4788-BD86-FAE9BCC33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E57D7-90F5-43AD-8C58-7B4215668125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5341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urAkalin/demo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C5CEC46-AE66-4581-8CC6-93095085D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223A1224-B97E-4F4A-B74A-FF10D1D61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04231"/>
            <a:ext cx="9144000" cy="2387600"/>
          </a:xfrm>
        </p:spPr>
        <p:txBody>
          <a:bodyPr>
            <a:normAutofit/>
          </a:bodyPr>
          <a:lstStyle/>
          <a:p>
            <a:r>
              <a:rPr lang="tr-TR" sz="5400" b="1" dirty="0">
                <a:solidFill>
                  <a:srgbClr val="0070C0"/>
                </a:solidFill>
                <a:latin typeface="+mn-lt"/>
              </a:rPr>
              <a:t>Docker ve Container Teknolojisi</a:t>
            </a:r>
            <a:br>
              <a:rPr lang="tr-TR" sz="5400" b="1" dirty="0">
                <a:latin typeface="+mn-lt"/>
              </a:rPr>
            </a:br>
            <a:br>
              <a:rPr lang="tr-TR" sz="5400" b="1" dirty="0">
                <a:latin typeface="+mn-lt"/>
              </a:rPr>
            </a:br>
            <a:r>
              <a:rPr lang="tr-TR" sz="5400" b="1" dirty="0">
                <a:latin typeface="+mn-lt"/>
              </a:rPr>
              <a:t>Onur Akalın</a:t>
            </a:r>
          </a:p>
        </p:txBody>
      </p:sp>
    </p:spTree>
    <p:extLst>
      <p:ext uri="{BB962C8B-B14F-4D97-AF65-F5344CB8AC3E}">
        <p14:creationId xmlns:p14="http://schemas.microsoft.com/office/powerpoint/2010/main" val="271518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Resim 14">
            <a:extLst>
              <a:ext uri="{FF2B5EF4-FFF2-40B4-BE49-F238E27FC236}">
                <a16:creationId xmlns:a16="http://schemas.microsoft.com/office/drawing/2014/main" id="{2505A294-0ECE-47AC-8500-9691D7EBF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49B9491E-82BE-4344-9962-817682BB6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6133" y="222202"/>
            <a:ext cx="1600200" cy="545254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754377B6-3E8E-4935-834B-1EC0AECB3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493" y="240203"/>
            <a:ext cx="1488963" cy="545254"/>
          </a:xfrm>
          <a:prstGeom prst="rect">
            <a:avLst/>
          </a:prstGeom>
        </p:spPr>
      </p:pic>
      <p:sp>
        <p:nvSpPr>
          <p:cNvPr id="31" name="Metin kutusu 30">
            <a:extLst>
              <a:ext uri="{FF2B5EF4-FFF2-40B4-BE49-F238E27FC236}">
                <a16:creationId xmlns:a16="http://schemas.microsoft.com/office/drawing/2014/main" id="{1D9BE414-52A3-44D5-A8F4-AACC0C029DD5}"/>
              </a:ext>
            </a:extLst>
          </p:cNvPr>
          <p:cNvSpPr txBox="1"/>
          <p:nvPr/>
        </p:nvSpPr>
        <p:spPr>
          <a:xfrm>
            <a:off x="1121833" y="1997838"/>
            <a:ext cx="99483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Docker, uygulamaların bağımlılıklarıyla birlikte izole bir ortamda çalıştırılmasını sağlayan bir platformdur.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2013 yılında geliştirilmiş, açık kaynaklı bir yazılımdır.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"Yazılımı bir kere geliştir, her yerde çalıştır" </a:t>
            </a:r>
            <a:r>
              <a:rPr lang="tr-TR" sz="2000" dirty="0"/>
              <a:t>prensibini benimser.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Docker sayesinde yazılımlar, </a:t>
            </a:r>
            <a:r>
              <a:rPr lang="tr-TR" sz="2000" b="1" dirty="0"/>
              <a:t>"Geliştirme ortamında çalışıyor ama üretim ortamında çalışmıyor"</a:t>
            </a:r>
            <a:r>
              <a:rPr lang="tr-TR" sz="2000" dirty="0"/>
              <a:t> gibi sorunları ortadan kaldırır.</a:t>
            </a:r>
          </a:p>
        </p:txBody>
      </p:sp>
    </p:spTree>
    <p:extLst>
      <p:ext uri="{BB962C8B-B14F-4D97-AF65-F5344CB8AC3E}">
        <p14:creationId xmlns:p14="http://schemas.microsoft.com/office/powerpoint/2010/main" val="81034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Resim 14">
            <a:extLst>
              <a:ext uri="{FF2B5EF4-FFF2-40B4-BE49-F238E27FC236}">
                <a16:creationId xmlns:a16="http://schemas.microsoft.com/office/drawing/2014/main" id="{2505A294-0ECE-47AC-8500-9691D7EBF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67" y="0"/>
            <a:ext cx="12192000" cy="6857999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C4C07ED4-3C5F-4884-8177-EF6D754E9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887" y="230665"/>
            <a:ext cx="3591426" cy="724001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1B9F67D9-FDE6-4FE7-9B5A-78546857EDEA}"/>
              </a:ext>
            </a:extLst>
          </p:cNvPr>
          <p:cNvSpPr txBox="1"/>
          <p:nvPr/>
        </p:nvSpPr>
        <p:spPr>
          <a:xfrm>
            <a:off x="1041400" y="2305614"/>
            <a:ext cx="100922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Bir uygulama ve tüm bağımlılıklarının izole bir şekilde çalıştırıldığı hafif bir sanal ortamdır.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Containerlar sanal makinelerden farklıdır, çünkü işletim sistemi çekirdeğini paylaşır, bu da daha hafif ve hızlı olmalarını sağlar.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Bir container, geliştirici bilgisayarından üretim ortamına kadar her yerde aynı şekilde çalışır, bu da platform bağımsızlığı sağlar.</a:t>
            </a:r>
          </a:p>
        </p:txBody>
      </p:sp>
    </p:spTree>
    <p:extLst>
      <p:ext uri="{BB962C8B-B14F-4D97-AF65-F5344CB8AC3E}">
        <p14:creationId xmlns:p14="http://schemas.microsoft.com/office/powerpoint/2010/main" val="380824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Resim 14">
            <a:extLst>
              <a:ext uri="{FF2B5EF4-FFF2-40B4-BE49-F238E27FC236}">
                <a16:creationId xmlns:a16="http://schemas.microsoft.com/office/drawing/2014/main" id="{2505A294-0ECE-47AC-8500-9691D7EBF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D32B36E1-0C1E-47E7-844F-D12C530DB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88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Resim 14">
            <a:extLst>
              <a:ext uri="{FF2B5EF4-FFF2-40B4-BE49-F238E27FC236}">
                <a16:creationId xmlns:a16="http://schemas.microsoft.com/office/drawing/2014/main" id="{2505A294-0ECE-47AC-8500-9691D7EBF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99501D9A-8BB8-40E3-81A8-F484359C4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465" y="203200"/>
            <a:ext cx="3066697" cy="6480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B1E1C00D-A342-4AD5-9290-C183FC465ABD}"/>
              </a:ext>
            </a:extLst>
          </p:cNvPr>
          <p:cNvSpPr txBox="1"/>
          <p:nvPr/>
        </p:nvSpPr>
        <p:spPr>
          <a:xfrm>
            <a:off x="1236133" y="1997838"/>
            <a:ext cx="97197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İmage nedir?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/>
              <a:t>İçerisinde bir çok farklı yapıyı barındıran yapılardır. </a:t>
            </a:r>
            <a:r>
              <a:rPr lang="tr-TR" sz="2000" dirty="0">
                <a:solidFill>
                  <a:srgbClr val="C00000"/>
                </a:solidFill>
              </a:rPr>
              <a:t>(OS, Application, ve daha fazlası)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tr-TR" sz="2000" dirty="0"/>
              <a:t>Template, plan, package</a:t>
            </a:r>
          </a:p>
          <a:p>
            <a:endParaRPr lang="tr-TR" sz="2000" dirty="0"/>
          </a:p>
          <a:p>
            <a:endParaRPr lang="tr-T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İmagelar container oluşturmak için kullanılır.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Peki bu İmagelar nerede?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dirty="0">
                <a:solidFill>
                  <a:srgbClr val="0070C0"/>
                </a:solidFill>
              </a:rPr>
              <a:t>Docker Hub</a:t>
            </a:r>
          </a:p>
        </p:txBody>
      </p:sp>
    </p:spTree>
    <p:extLst>
      <p:ext uri="{BB962C8B-B14F-4D97-AF65-F5344CB8AC3E}">
        <p14:creationId xmlns:p14="http://schemas.microsoft.com/office/powerpoint/2010/main" val="2276923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2E2DB623-FBA4-4B4C-B779-448837797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D8B5FE04-759E-4CDD-9D50-18448B745314}"/>
              </a:ext>
            </a:extLst>
          </p:cNvPr>
          <p:cNvCxnSpPr/>
          <p:nvPr/>
        </p:nvCxnSpPr>
        <p:spPr>
          <a:xfrm>
            <a:off x="6324600" y="2565400"/>
            <a:ext cx="0" cy="217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96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8FD16DE-8C87-4A45-BD13-6A531CD0A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5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7A1EDA8B-B044-494A-9CBF-E68D05D09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EBCCF90E-A0C7-4566-8776-1DFCC7F5B754}"/>
              </a:ext>
            </a:extLst>
          </p:cNvPr>
          <p:cNvSpPr txBox="1"/>
          <p:nvPr/>
        </p:nvSpPr>
        <p:spPr>
          <a:xfrm>
            <a:off x="889000" y="1228396"/>
            <a:ext cx="10414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/>
              <a:t>Temel Komutlar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</a:t>
            </a:r>
            <a:r>
              <a:rPr lang="tr-TR" sz="2000" b="1" dirty="0">
                <a:solidFill>
                  <a:srgbClr val="0070C0"/>
                </a:solidFill>
              </a:rPr>
              <a:t> --</a:t>
            </a:r>
            <a:r>
              <a:rPr lang="tr-TR" sz="2000" b="1" dirty="0" err="1">
                <a:solidFill>
                  <a:srgbClr val="0070C0"/>
                </a:solidFill>
              </a:rPr>
              <a:t>version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dirty="0"/>
              <a:t>:</a:t>
            </a:r>
            <a:r>
              <a:rPr lang="tr-TR" sz="2000" dirty="0">
                <a:solidFill>
                  <a:srgbClr val="0070C0"/>
                </a:solidFill>
              </a:rPr>
              <a:t> </a:t>
            </a:r>
            <a:r>
              <a:rPr lang="tr-TR" sz="2000" dirty="0"/>
              <a:t>Docker sürümünü kontrol eder.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b="1" dirty="0" err="1">
                <a:solidFill>
                  <a:srgbClr val="0070C0"/>
                </a:solidFill>
              </a:rPr>
              <a:t>pull</a:t>
            </a:r>
            <a:r>
              <a:rPr lang="tr-TR" sz="2000" b="1" dirty="0">
                <a:solidFill>
                  <a:srgbClr val="0070C0"/>
                </a:solidFill>
              </a:rPr>
              <a:t> &lt;</a:t>
            </a:r>
            <a:r>
              <a:rPr lang="tr-TR" sz="2000" b="1" dirty="0" err="1">
                <a:solidFill>
                  <a:srgbClr val="0070C0"/>
                </a:solidFill>
              </a:rPr>
              <a:t>image</a:t>
            </a:r>
            <a:r>
              <a:rPr lang="tr-TR" sz="2000" b="1" dirty="0">
                <a:solidFill>
                  <a:srgbClr val="0070C0"/>
                </a:solidFill>
              </a:rPr>
              <a:t>&gt; </a:t>
            </a:r>
            <a:r>
              <a:rPr lang="tr-TR" sz="2000" dirty="0"/>
              <a:t>:</a:t>
            </a:r>
            <a:r>
              <a:rPr lang="tr-TR" sz="2000" dirty="0">
                <a:solidFill>
                  <a:srgbClr val="0070C0"/>
                </a:solidFill>
              </a:rPr>
              <a:t> </a:t>
            </a:r>
            <a:r>
              <a:rPr lang="tr-TR" sz="2000" dirty="0"/>
              <a:t>Belirtilen imajı indirir.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b="1" dirty="0" err="1">
                <a:solidFill>
                  <a:srgbClr val="0070C0"/>
                </a:solidFill>
              </a:rPr>
              <a:t>run</a:t>
            </a:r>
            <a:r>
              <a:rPr lang="tr-TR" sz="2000" b="1" dirty="0">
                <a:solidFill>
                  <a:srgbClr val="0070C0"/>
                </a:solidFill>
              </a:rPr>
              <a:t> &lt;</a:t>
            </a:r>
            <a:r>
              <a:rPr lang="tr-TR" sz="2000" b="1" dirty="0" err="1">
                <a:solidFill>
                  <a:srgbClr val="0070C0"/>
                </a:solidFill>
              </a:rPr>
              <a:t>image</a:t>
            </a:r>
            <a:r>
              <a:rPr lang="tr-TR" sz="2000" b="1" dirty="0">
                <a:solidFill>
                  <a:srgbClr val="0070C0"/>
                </a:solidFill>
              </a:rPr>
              <a:t>&gt; </a:t>
            </a:r>
            <a:r>
              <a:rPr lang="tr-TR" sz="2000" dirty="0"/>
              <a:t>:</a:t>
            </a:r>
            <a:r>
              <a:rPr lang="tr-TR" sz="2000" dirty="0">
                <a:solidFill>
                  <a:srgbClr val="0070C0"/>
                </a:solidFill>
              </a:rPr>
              <a:t> </a:t>
            </a:r>
            <a:r>
              <a:rPr lang="tr-TR" sz="2000" dirty="0"/>
              <a:t>Yeni bir container oluşturur ve çalıştırır.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b="1" dirty="0" err="1">
                <a:solidFill>
                  <a:srgbClr val="0070C0"/>
                </a:solidFill>
              </a:rPr>
              <a:t>ps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dirty="0"/>
              <a:t>:</a:t>
            </a:r>
            <a:r>
              <a:rPr lang="tr-TR" sz="2000" dirty="0">
                <a:solidFill>
                  <a:srgbClr val="0070C0"/>
                </a:solidFill>
              </a:rPr>
              <a:t> </a:t>
            </a:r>
            <a:r>
              <a:rPr lang="tr-TR" sz="2000" dirty="0"/>
              <a:t>Çalışan </a:t>
            </a:r>
            <a:r>
              <a:rPr lang="tr-TR" sz="2000" dirty="0" err="1"/>
              <a:t>containerları</a:t>
            </a:r>
            <a:r>
              <a:rPr lang="tr-TR" sz="2000" dirty="0"/>
              <a:t> listeler.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</a:t>
            </a:r>
            <a:r>
              <a:rPr lang="tr-TR" sz="2000" b="1" dirty="0">
                <a:solidFill>
                  <a:srgbClr val="0070C0"/>
                </a:solidFill>
              </a:rPr>
              <a:t> stop &lt;</a:t>
            </a:r>
            <a:r>
              <a:rPr lang="tr-TR" sz="2000" b="1" dirty="0" err="1">
                <a:solidFill>
                  <a:srgbClr val="0070C0"/>
                </a:solidFill>
              </a:rPr>
              <a:t>container_id</a:t>
            </a:r>
            <a:r>
              <a:rPr lang="tr-TR" sz="2000" b="1" dirty="0">
                <a:solidFill>
                  <a:srgbClr val="0070C0"/>
                </a:solidFill>
              </a:rPr>
              <a:t>&gt; </a:t>
            </a:r>
            <a:r>
              <a:rPr lang="tr-TR" sz="2000" dirty="0"/>
              <a:t>:</a:t>
            </a:r>
            <a:r>
              <a:rPr lang="tr-TR" sz="2000" dirty="0">
                <a:solidFill>
                  <a:srgbClr val="0070C0"/>
                </a:solidFill>
              </a:rPr>
              <a:t> </a:t>
            </a:r>
            <a:r>
              <a:rPr lang="tr-TR" sz="2000" dirty="0"/>
              <a:t>Belirtilen </a:t>
            </a:r>
            <a:r>
              <a:rPr lang="tr-TR" sz="2000" dirty="0" err="1"/>
              <a:t>containerı</a:t>
            </a:r>
            <a:r>
              <a:rPr lang="tr-TR" sz="2000" dirty="0"/>
              <a:t> durdurur.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b="1" dirty="0" err="1">
                <a:solidFill>
                  <a:srgbClr val="0070C0"/>
                </a:solidFill>
              </a:rPr>
              <a:t>rm</a:t>
            </a:r>
            <a:r>
              <a:rPr lang="tr-TR" sz="2000" b="1" dirty="0">
                <a:solidFill>
                  <a:srgbClr val="0070C0"/>
                </a:solidFill>
              </a:rPr>
              <a:t> &lt;</a:t>
            </a:r>
            <a:r>
              <a:rPr lang="tr-TR" sz="2000" b="1" dirty="0" err="1">
                <a:solidFill>
                  <a:srgbClr val="0070C0"/>
                </a:solidFill>
              </a:rPr>
              <a:t>container_id</a:t>
            </a:r>
            <a:r>
              <a:rPr lang="tr-TR" sz="2000" b="1" dirty="0">
                <a:solidFill>
                  <a:srgbClr val="0070C0"/>
                </a:solidFill>
              </a:rPr>
              <a:t>&gt; </a:t>
            </a:r>
            <a:r>
              <a:rPr lang="tr-TR" sz="2000" dirty="0"/>
              <a:t>:</a:t>
            </a:r>
            <a:r>
              <a:rPr lang="tr-TR" sz="2000" dirty="0">
                <a:solidFill>
                  <a:srgbClr val="0070C0"/>
                </a:solidFill>
              </a:rPr>
              <a:t> </a:t>
            </a:r>
            <a:r>
              <a:rPr lang="tr-TR" sz="2000" dirty="0" err="1"/>
              <a:t>Containerı</a:t>
            </a:r>
            <a:r>
              <a:rPr lang="tr-TR" sz="2000" dirty="0"/>
              <a:t> siler.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b="1" dirty="0" err="1">
                <a:solidFill>
                  <a:srgbClr val="0070C0"/>
                </a:solidFill>
              </a:rPr>
              <a:t>rmi</a:t>
            </a:r>
            <a:r>
              <a:rPr lang="tr-TR" sz="2000" b="1" dirty="0">
                <a:solidFill>
                  <a:srgbClr val="0070C0"/>
                </a:solidFill>
              </a:rPr>
              <a:t> &lt;</a:t>
            </a:r>
            <a:r>
              <a:rPr lang="tr-TR" sz="2000" b="1" dirty="0" err="1">
                <a:solidFill>
                  <a:srgbClr val="0070C0"/>
                </a:solidFill>
              </a:rPr>
              <a:t>image</a:t>
            </a:r>
            <a:r>
              <a:rPr lang="tr-TR" sz="2000" b="1" dirty="0">
                <a:solidFill>
                  <a:srgbClr val="0070C0"/>
                </a:solidFill>
              </a:rPr>
              <a:t>&gt; </a:t>
            </a:r>
            <a:r>
              <a:rPr lang="tr-TR" sz="2000" dirty="0"/>
              <a:t>:</a:t>
            </a:r>
            <a:r>
              <a:rPr lang="tr-TR" sz="2000" dirty="0">
                <a:solidFill>
                  <a:srgbClr val="0070C0"/>
                </a:solidFill>
              </a:rPr>
              <a:t> </a:t>
            </a:r>
            <a:r>
              <a:rPr lang="tr-TR" sz="2000" dirty="0"/>
              <a:t>Docker imajını siler.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b="1" dirty="0"/>
              <a:t>Gelişmiş Komutlar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b="1" dirty="0" err="1">
                <a:solidFill>
                  <a:srgbClr val="0070C0"/>
                </a:solidFill>
              </a:rPr>
              <a:t>build</a:t>
            </a:r>
            <a:r>
              <a:rPr lang="tr-TR" sz="2000" b="1" dirty="0">
                <a:solidFill>
                  <a:srgbClr val="0070C0"/>
                </a:solidFill>
              </a:rPr>
              <a:t> -t &lt;</a:t>
            </a:r>
            <a:r>
              <a:rPr lang="tr-TR" sz="2000" b="1" dirty="0" err="1">
                <a:solidFill>
                  <a:srgbClr val="0070C0"/>
                </a:solidFill>
              </a:rPr>
              <a:t>tag</a:t>
            </a:r>
            <a:r>
              <a:rPr lang="tr-TR" sz="2000" b="1" dirty="0">
                <a:solidFill>
                  <a:srgbClr val="0070C0"/>
                </a:solidFill>
              </a:rPr>
              <a:t>&gt; . </a:t>
            </a:r>
            <a:r>
              <a:rPr lang="tr-TR" sz="2000" dirty="0"/>
              <a:t>: </a:t>
            </a:r>
            <a:r>
              <a:rPr lang="tr-TR" sz="2000" dirty="0" err="1"/>
              <a:t>Dockerfile'dan</a:t>
            </a:r>
            <a:r>
              <a:rPr lang="tr-TR" sz="2000" dirty="0"/>
              <a:t> bir imaj oluşturur.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b="1" dirty="0" err="1">
                <a:solidFill>
                  <a:srgbClr val="0070C0"/>
                </a:solidFill>
              </a:rPr>
              <a:t>exec</a:t>
            </a:r>
            <a:r>
              <a:rPr lang="tr-TR" sz="2000" b="1" dirty="0">
                <a:solidFill>
                  <a:srgbClr val="0070C0"/>
                </a:solidFill>
              </a:rPr>
              <a:t> -it &lt;</a:t>
            </a:r>
            <a:r>
              <a:rPr lang="tr-TR" sz="2000" b="1" dirty="0" err="1">
                <a:solidFill>
                  <a:srgbClr val="0070C0"/>
                </a:solidFill>
              </a:rPr>
              <a:t>container_id</a:t>
            </a:r>
            <a:r>
              <a:rPr lang="tr-TR" sz="2000" b="1" dirty="0">
                <a:solidFill>
                  <a:srgbClr val="0070C0"/>
                </a:solidFill>
              </a:rPr>
              <a:t>&gt; </a:t>
            </a:r>
            <a:r>
              <a:rPr lang="tr-TR" sz="2000" b="1" dirty="0" err="1">
                <a:solidFill>
                  <a:srgbClr val="0070C0"/>
                </a:solidFill>
              </a:rPr>
              <a:t>bash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dirty="0"/>
              <a:t>: Çalışan bir </a:t>
            </a:r>
            <a:r>
              <a:rPr lang="tr-TR" sz="2000" dirty="0" err="1"/>
              <a:t>containerın</a:t>
            </a:r>
            <a:r>
              <a:rPr lang="tr-TR" sz="2000" dirty="0"/>
              <a:t> içine terminalden giriş yapar.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rgbClr val="0070C0"/>
                </a:solidFill>
              </a:rPr>
              <a:t>docker-compose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b="1" dirty="0" err="1">
                <a:solidFill>
                  <a:srgbClr val="0070C0"/>
                </a:solidFill>
              </a:rPr>
              <a:t>up</a:t>
            </a:r>
            <a:r>
              <a:rPr lang="tr-TR" sz="2000" b="1" dirty="0">
                <a:solidFill>
                  <a:srgbClr val="0070C0"/>
                </a:solidFill>
              </a:rPr>
              <a:t> </a:t>
            </a:r>
            <a:r>
              <a:rPr lang="tr-TR" sz="2000" dirty="0"/>
              <a:t>: Docker </a:t>
            </a:r>
            <a:r>
              <a:rPr lang="tr-TR" sz="2000" dirty="0" err="1"/>
              <a:t>Compose</a:t>
            </a:r>
            <a:r>
              <a:rPr lang="tr-TR" sz="2000" dirty="0"/>
              <a:t> dosyasını çalıştırarak birden fazla </a:t>
            </a:r>
            <a:r>
              <a:rPr lang="tr-TR" sz="2000" dirty="0" err="1"/>
              <a:t>containerı</a:t>
            </a:r>
            <a:r>
              <a:rPr lang="tr-TR" sz="2000" dirty="0"/>
              <a:t> yönetir.</a:t>
            </a:r>
          </a:p>
        </p:txBody>
      </p:sp>
    </p:spTree>
    <p:extLst>
      <p:ext uri="{BB962C8B-B14F-4D97-AF65-F5344CB8AC3E}">
        <p14:creationId xmlns:p14="http://schemas.microsoft.com/office/powerpoint/2010/main" val="110217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A280978B-59B0-405B-88BA-42C345EEE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1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FE053F0-9EB7-4E7E-BE86-4486DD6D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7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A4B98073-AC2D-4612-95A0-22253326C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Başlık 1">
            <a:extLst>
              <a:ext uri="{FF2B5EF4-FFF2-40B4-BE49-F238E27FC236}">
                <a16:creationId xmlns:a16="http://schemas.microsoft.com/office/drawing/2014/main" id="{E53F45D4-2940-431A-809A-0233CB95C85E}"/>
              </a:ext>
            </a:extLst>
          </p:cNvPr>
          <p:cNvSpPr txBox="1">
            <a:spLocks/>
          </p:cNvSpPr>
          <p:nvPr/>
        </p:nvSpPr>
        <p:spPr>
          <a:xfrm>
            <a:off x="1667933" y="1872984"/>
            <a:ext cx="8856133" cy="3112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5400" b="1" dirty="0">
                <a:solidFill>
                  <a:srgbClr val="0070C0"/>
                </a:solidFill>
                <a:latin typeface="+mn-lt"/>
              </a:rPr>
              <a:t>Teşekkürler</a:t>
            </a:r>
          </a:p>
          <a:p>
            <a:pPr algn="ctr"/>
            <a:endParaRPr lang="tr-TR" sz="5400" b="1" dirty="0">
              <a:solidFill>
                <a:srgbClr val="0070C0"/>
              </a:solidFill>
              <a:latin typeface="+mn-lt"/>
            </a:endParaRPr>
          </a:p>
          <a:p>
            <a:pPr algn="ctr"/>
            <a:r>
              <a:rPr lang="tr-TR" sz="5400" b="1" dirty="0" err="1">
                <a:solidFill>
                  <a:srgbClr val="0070C0"/>
                </a:solidFill>
                <a:latin typeface="+mn-lt"/>
              </a:rPr>
              <a:t>Demoda</a:t>
            </a:r>
            <a:r>
              <a:rPr lang="tr-TR" sz="5400" b="1" dirty="0">
                <a:solidFill>
                  <a:srgbClr val="0070C0"/>
                </a:solidFill>
                <a:latin typeface="+mn-lt"/>
              </a:rPr>
              <a:t> kullanılan proje linki:</a:t>
            </a:r>
          </a:p>
          <a:p>
            <a:pPr algn="ctr"/>
            <a:r>
              <a:rPr lang="tr-TR" sz="2400" b="1" u="sng" dirty="0">
                <a:solidFill>
                  <a:srgbClr val="002060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https://github.com/OnurAkalin/demo</a:t>
            </a:r>
            <a:endParaRPr lang="tr-TR" sz="2400" b="1" u="sng" dirty="0">
              <a:solidFill>
                <a:srgbClr val="002060"/>
              </a:solidFill>
              <a:latin typeface="+mn-lt"/>
            </a:endParaRPr>
          </a:p>
          <a:p>
            <a:pPr algn="ctr"/>
            <a:endParaRPr lang="tr-TR" sz="5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860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289</Words>
  <Application>Microsoft Office PowerPoint</Application>
  <PresentationFormat>Geniş ekran</PresentationFormat>
  <Paragraphs>40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Teması</vt:lpstr>
      <vt:lpstr>Docker ve Container Teknolojisi  Onur Akalın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ve Container Teknolojisi</dc:title>
  <dc:creator>Onur Akalın</dc:creator>
  <cp:lastModifiedBy>Onur Akalın</cp:lastModifiedBy>
  <cp:revision>2</cp:revision>
  <dcterms:created xsi:type="dcterms:W3CDTF">2024-12-08T17:28:26Z</dcterms:created>
  <dcterms:modified xsi:type="dcterms:W3CDTF">2024-12-08T19:21:11Z</dcterms:modified>
</cp:coreProperties>
</file>